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HealthOS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The AI-Powered Preventive Health Operating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Presented by: Team BioSynth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THE SILENT CRISIS OF REACTIVE HEALTHCARE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HealthOS • Team BioSynth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✕  Reactive Treatments Only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Healthcare systems intervene only after disease onset, leading to high clinical costs and poor prognoses.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✕  One-Size-Fits-All Nutrition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Traditional health plans ignore local constraints like cuisine choices, budgets, and preparation times.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✕  Isolated Diagnostic Silos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Biomarker and radiology files remain locked in medical records, missing early preventive insights.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✕  Limited Accessibility Options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Premium health systems lack local language voice assistance, isolating non-english demographic cohorts.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INTRODUCING HEALTHOS ECOSYSTEM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HealthOS • Team BioSynth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✓  Constraint-Aware Daily Protocols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Instantly adapts meal options and home workouts to match local budget, cuisine, and equipment.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✓  Unified AI Diagnostics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21031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Bridges medical intake, Physician EHR Soap Generator, and Radiology AI into one collaborative workflow.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✓  Hands-Free Voice Assistant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35040" y="21031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Hands-free voice recognition assistant supporting 12 regional languages including Hinglish &amp; Hindi.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Advanced AI Capabilities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HIGH-PERFORMANCE MULTI-AGENT CLINICAL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HealthOS • Team BioSynth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 AI Longevity &amp; Biological Age Clock: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Calculates Biological Age vs. Chronological Age, showing real-time life expectancy benefits (+/- years).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2. Gemini Multimodal Vision Plate Scan: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Allows users to take food photos; extracts calories/macros and evaluates profile-matching suitability.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3. Blood Biomarker extraction: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Parses blood panel records (HbA1c, LDL) to identify out-of-range anomalies with automated alerts.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</a:rPr>
              <a:t>AI SYSTEM CONSTRAINT INSTRUCTION: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"If the user selects a Budget-Friendly plan, strictly avoid premium ingredients (salmon, blueberries). Suggest accessible, local staples (Moong Dal, Paneer, Oats, Eggs). If Bodyweight Only is active, never recommend gym machinery or weights."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Technological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ROBUST, ENTERPRISE-GRADE DEVELOPMENT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HealthOS • Team BioSynth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🌐  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React 18 &amp; Vite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TypeScript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TailwindCSS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Lucide UI Icons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Web Speech API (STT/TTS)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</a:rPr>
              <a:t>⚙️  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21031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Node.js &amp; Express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RESTful API Architecture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CJS Production Bundling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JWT Token Auth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🗄️  DATABASE &amp; ML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0" y="21031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PostgreSQL Database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Prisma ORM Engine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Gemini 2.5 Flash 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Local In-Memory Sync Layer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Revenue Generation &amp; Viability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MONETIZATION &amp; GROWTH STRATEGY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HealthOS • Team BioSynth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B2C Subscription (Freemium)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Free Tier: Basic vital logging, biological age tracking, and standard chat.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Premium Tier ($9.99/mo): Vision AI meal scanner, blood biomarker parser, and unlimited single-item AI protocol swaps.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B2B SaaS / Licensing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10312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Hospital &amp; Clinics Licensing: Charge medical centers for differential diagnostics co-pilot and automated SOAP charting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Health Insurance Partnerships: Enterprise cohort wellness dashboard integrations to lower risk scores and claims.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Growth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STRATEGIC EXPANSION TO 10 MILLION USERS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HealthOS • Team BioSynth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</a:rPr>
              <a:t>Short-Term Goals (0 - 6 Months)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Wearables integration (Fitbit, Google Fit, Apple HealthKit).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Partnerships with local diagnostic labs for automated blood test sync.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Community gamification with vital logging streaks &amp; reward badges.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Long-Term Goals (6 - 24 Months)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1031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DNA/Genomic risk engines to cross-reference genotype with daily nutrition.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FDA/CE medical-device clearances for AI differential diagnostic modules.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Enterprise white-labeled integrations for premium hospital networks.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Uniqueness &amp; Competition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WHY HEALTHOS WINS HANDS DOWN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HealthOS • Team BioSynth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STANDARD HEALTH APPS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HEALTHOS ADVANTAGE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Personalization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Generic calorie counters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Constraint-Aware (Cuisine, Budget &amp; Equipment)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Diagnostics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None (Manual logs only)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Vision AI (Meal &amp; Lab blood biomarker scan)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Hands-Free Control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Touch screen only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Voice-Assisted in 12 languages (including Hinglish)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Clinical Integration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Physician EHR SOAP Generator &amp; Radiology AI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Democratizing Preventive Healthcare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21031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HealthOS shifts medicine from reactive hospital treatments to pro-active daily longevity, empowering everyone to live longer, healthier lives.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</a:rPr>
              <a:t>Thank You! Open for Q&amp;A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HealthOS • Team BioSynth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2026-07-22T01:31:54Z</dcterms:created>
  <dcterms:modified xsi:type="dcterms:W3CDTF">2026-07-22T01:31:54Z</dcterms:modified>
</cp:coreProperties>
</file>